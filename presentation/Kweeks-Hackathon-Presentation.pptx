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godbless/Desktop/kweeks/presentation/assets/kweek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3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0"/>
            <a:ext cx="20264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Kweeks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-91440" y="822275"/>
            <a:ext cx="932688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Money Quiz Platform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1269950"/>
            <a:ext cx="9144000" cy="441127"/>
          </a:xfrm>
          <a:prstGeom prst="roundRect">
            <a:avLst>
              <a:gd name="adj" fmla="val 23032"/>
            </a:avLst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38887" y="1390501"/>
            <a:ext cx="86662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quiz. Put real money on it. Pay winners the second it ends.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2015877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BMONI Embedded API Hackathon 2026 | Lagos, Nigeria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0" y="2336453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Godbless in 36 hours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7975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platforms and money apps exist separately. Nobody joins them together.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28551"/>
            <a:ext cx="2641550" cy="3810149"/>
          </a:xfrm>
          <a:prstGeom prst="roundRect">
            <a:avLst>
              <a:gd name="adj" fmla="val 3846"/>
            </a:avLst>
          </a:prstGeom>
          <a:solidFill>
            <a:srgbClr val="000000">
              <a:alpha val="30000"/>
            </a:srgbClr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godbless/Desktop/kweeks/presentation/assets/icon-qui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6" y="1215777"/>
            <a:ext cx="355550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426" y="1647527"/>
            <a:ext cx="23124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Platforms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4426" y="1869728"/>
            <a:ext cx="231244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 has 9B+ participants but zero real stakes. No money on the line means no real consequences for winning or losing.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51150" y="1028551"/>
            <a:ext cx="2641699" cy="3810149"/>
          </a:xfrm>
          <a:prstGeom prst="roundRect">
            <a:avLst>
              <a:gd name="adj" fmla="val 3846"/>
            </a:avLst>
          </a:prstGeom>
          <a:solidFill>
            <a:srgbClr val="000000">
              <a:alpha val="30000"/>
            </a:srgbClr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home/godbless/Desktop/kweeks/presentation/assets/icon-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376" y="1215777"/>
            <a:ext cx="355550" cy="355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38376" y="1647527"/>
            <a:ext cx="23125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Apps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38376" y="1869728"/>
            <a:ext cx="231259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apps handle transfers well, but there is no fun, no competition, no shared live experience. Sending money is a utility.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45250" y="1028551"/>
            <a:ext cx="2641550" cy="3810149"/>
          </a:xfrm>
          <a:prstGeom prst="roundRect">
            <a:avLst>
              <a:gd name="adj" fmla="val 3846"/>
            </a:avLst>
          </a:prstGeom>
          <a:solidFill>
            <a:srgbClr val="000000">
              <a:alpha val="30000"/>
            </a:srgbClr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home/godbless/Desktop/kweeks/presentation/assets/icon-light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475" y="1215777"/>
            <a:ext cx="355550" cy="3555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32475" y="1647527"/>
            <a:ext cx="23124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32475" y="1869728"/>
            <a:ext cx="231244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run live quizzes or you can pay people, but nobody joins them at the quiz moment using money as the stakes.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Kweeks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7975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quiz + real naira payouts, in one seamless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128689"/>
            <a:ext cx="1816001" cy="1137047"/>
          </a:xfrm>
          <a:prstGeom prst="roundRect">
            <a:avLst>
              <a:gd name="adj" fmla="val 8935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25451" y="232871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22657" y="2328714"/>
            <a:ext cx="28493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4203" y="2658814"/>
            <a:ext cx="1521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Creates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4203" y="2839789"/>
            <a:ext cx="152199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quiz, set pool amount, fund wallet via BMONI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74702" y="2578150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94967" y="2128689"/>
            <a:ext cx="1816150" cy="1137047"/>
          </a:xfrm>
          <a:prstGeom prst="roundRect">
            <a:avLst>
              <a:gd name="adj" fmla="val 8935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63367" y="232871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0573" y="2328714"/>
            <a:ext cx="28493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1969" y="2658814"/>
            <a:ext cx="15221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Join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1969" y="2839789"/>
            <a:ext cx="152214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4-letter code, no install, no accounts. Just scan and play.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12618" y="2578150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2883" y="2128689"/>
            <a:ext cx="1816001" cy="1137047"/>
          </a:xfrm>
          <a:prstGeom prst="roundRect">
            <a:avLst>
              <a:gd name="adj" fmla="val 8935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1134" y="232871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98340" y="2328714"/>
            <a:ext cx="28493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79887" y="2658814"/>
            <a:ext cx="1521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Battle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9887" y="2839789"/>
            <a:ext cx="152199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leaderboard, server-scored answers, countdown timers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50385" y="2578150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0650" y="2128689"/>
            <a:ext cx="1816150" cy="1137047"/>
          </a:xfrm>
          <a:prstGeom prst="roundRect">
            <a:avLst>
              <a:gd name="adj" fmla="val 8935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39050" y="232871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636256" y="2328714"/>
            <a:ext cx="28493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17652" y="2658814"/>
            <a:ext cx="15221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Paid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7652" y="2839789"/>
            <a:ext cx="152214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code on screen, instant BMONI transfer, done.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492823"/>
            <a:ext cx="8229600" cy="345877"/>
          </a:xfrm>
          <a:prstGeom prst="roundRect">
            <a:avLst>
              <a:gd name="adj" fmla="val 2203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2117" y="4594324"/>
            <a:ext cx="7979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installs for players. Bank-grade rails via BMONI. Money moves the second the quiz ends.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7975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live quiz experience, powered by embedded finance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3250"/>
            <a:ext cx="4013150" cy="901601"/>
          </a:xfrm>
          <a:prstGeom prst="roundRect">
            <a:avLst>
              <a:gd name="adj" fmla="val 845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003250"/>
            <a:ext cx="0" cy="90160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2250" y="1104751"/>
            <a:ext cx="37955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2250" y="1263402"/>
            <a:ext cx="37955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balance, quiz builder, live room controls, full financial ledger.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81051"/>
            <a:ext cx="4013150" cy="901750"/>
          </a:xfrm>
          <a:prstGeom prst="roundRect">
            <a:avLst>
              <a:gd name="adj" fmla="val 845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1981051"/>
            <a:ext cx="0" cy="9017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2082552"/>
            <a:ext cx="37955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Builder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250" y="2241203"/>
            <a:ext cx="379557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pool amount, winner count, pacing mode, question editor with correct answers.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959001"/>
            <a:ext cx="4013150" cy="901750"/>
          </a:xfrm>
          <a:prstGeom prst="roundRect">
            <a:avLst>
              <a:gd name="adj" fmla="val 845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6250" y="2959001"/>
            <a:ext cx="0" cy="9017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250" y="3060502"/>
            <a:ext cx="37955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Room (Projected)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2250" y="3219152"/>
            <a:ext cx="379557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4-letter room code + QR. Same question, same second. WebSocket real-time updates.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936950"/>
            <a:ext cx="4013150" cy="901750"/>
          </a:xfrm>
          <a:prstGeom prst="roundRect">
            <a:avLst>
              <a:gd name="adj" fmla="val 845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3936950"/>
            <a:ext cx="0" cy="9017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250" y="4038451"/>
            <a:ext cx="37955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Server-Authoritative Scoring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2250" y="4197102"/>
            <a:ext cx="37955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answers never leave server. Tie-breaking: accuracy, speed, join time.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73501" y="1003250"/>
            <a:ext cx="4013299" cy="901601"/>
          </a:xfrm>
          <a:prstGeom prst="roundRect">
            <a:avLst>
              <a:gd name="adj" fmla="val 845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2551" y="1003250"/>
            <a:ext cx="0" cy="901601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8551" y="1104751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Join (Zero Friction)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38551" y="1263402"/>
            <a:ext cx="379572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code, emoji avatar, nickname + email. Ready in 15 seconds. No app install.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73501" y="1981051"/>
            <a:ext cx="4013299" cy="901750"/>
          </a:xfrm>
          <a:prstGeom prst="roundRect">
            <a:avLst>
              <a:gd name="adj" fmla="val 845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2551" y="1981051"/>
            <a:ext cx="0" cy="90175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8551" y="2082552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Gameplay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38551" y="2241203"/>
            <a:ext cx="379572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ring, question text, 2x2 options, server-synced timer. Clock-skew correction.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73501" y="2959001"/>
            <a:ext cx="4013299" cy="901750"/>
          </a:xfrm>
          <a:prstGeom prst="roundRect">
            <a:avLst>
              <a:gd name="adj" fmla="val 845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92551" y="2959001"/>
            <a:ext cx="0" cy="9017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8551" y="3060502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Podium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38551" y="3219152"/>
            <a:ext cx="379572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finishers declared. Private claim code. "Redeem Now" triggers BMONI payout.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73501" y="3936950"/>
            <a:ext cx="4013299" cy="901750"/>
          </a:xfrm>
          <a:prstGeom prst="roundRect">
            <a:avLst>
              <a:gd name="adj" fmla="val 845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92551" y="3936950"/>
            <a:ext cx="0" cy="9017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8551" y="4038451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Prize Redemption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8551" y="4197102"/>
            <a:ext cx="379572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Exactly-once claim. State machine: created, invited, onboarded, paid. Email backup.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7975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massive markets colliding: EdTech quizzes and embedded finance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3250"/>
            <a:ext cx="1962150" cy="857101"/>
          </a:xfrm>
          <a:prstGeom prst="roundRect">
            <a:avLst>
              <a:gd name="adj" fmla="val 1185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6783" y="1139726"/>
            <a:ext cx="17229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$3.85B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783" y="1501676"/>
            <a:ext cx="17229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Platform Market (2025)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6783" y="1628626"/>
            <a:ext cx="17229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Intellect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46300" y="1003250"/>
            <a:ext cx="1962299" cy="857101"/>
          </a:xfrm>
          <a:prstGeom prst="roundRect">
            <a:avLst>
              <a:gd name="adj" fmla="val 1185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5882" y="1139726"/>
            <a:ext cx="172313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$10.09B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65882" y="1501676"/>
            <a:ext cx="17231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by 2035 (10.1% CAGR)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65882" y="1628626"/>
            <a:ext cx="17231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Intellect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635550" y="1003250"/>
            <a:ext cx="1962150" cy="857101"/>
          </a:xfrm>
          <a:prstGeom prst="roundRect">
            <a:avLst>
              <a:gd name="adj" fmla="val 1185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55133" y="1139726"/>
            <a:ext cx="17229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$4.34B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5133" y="1501676"/>
            <a:ext cx="17229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Embedded Finance 2025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5133" y="1628626"/>
            <a:ext cx="17229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Markets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24650" y="1003250"/>
            <a:ext cx="1962150" cy="857101"/>
          </a:xfrm>
          <a:prstGeom prst="roundRect">
            <a:avLst>
              <a:gd name="adj" fmla="val 1185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44233" y="1139726"/>
            <a:ext cx="17229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$5.55B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44233" y="1501676"/>
            <a:ext cx="17229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Embedded Finance 2030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44233" y="1628626"/>
            <a:ext cx="17229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Markets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1987302"/>
            <a:ext cx="2658517" cy="2851398"/>
          </a:xfrm>
          <a:prstGeom prst="roundRect">
            <a:avLst>
              <a:gd name="adj" fmla="val 382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125" y="2149227"/>
            <a:ext cx="23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Is Booming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9125" y="2342852"/>
            <a:ext cx="2381360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Asia-Pacific growing at 8.2% CAGR. Gamification increases engagement by 60%. AI quiz market hitting $9.8B by 2034.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42667" y="1987302"/>
            <a:ext cx="2658666" cy="2851398"/>
          </a:xfrm>
          <a:prstGeom prst="roundRect">
            <a:avLst>
              <a:gd name="adj" fmla="val 382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04592" y="2149227"/>
            <a:ext cx="2381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Fintech Surge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04592" y="2342852"/>
            <a:ext cx="2381512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fintech market: $1.31B in 2025, projected $4.86B by 2034 at 15.19% CAGR. Lagos is Africa's fintech capital.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28283" y="1987302"/>
            <a:ext cx="2658517" cy="2851398"/>
          </a:xfrm>
          <a:prstGeom prst="roundRect">
            <a:avLst>
              <a:gd name="adj" fmla="val 382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90208" y="2149227"/>
            <a:ext cx="23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Kweeks Sits at the Intersection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0208" y="2342852"/>
            <a:ext cx="2381360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Kahoot nor any fintech app combines live quizzes with real embedded finance payouts. We own this white space.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7975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 dominates live quizzes. Nobody does live quizzes with real money payouts.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897684"/>
            <a:ext cx="2675483" cy="402431"/>
          </a:xfrm>
          <a:prstGeom prst="roundRect">
            <a:avLst>
              <a:gd name="adj" fmla="val 12623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3675" y="2983409"/>
            <a:ext cx="245058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 ($150M revenue)</a:t>
            </a:r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Dominant quiz platform, 9B+ participants. But zero financial layer.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34184" y="2897684"/>
            <a:ext cx="2675632" cy="402431"/>
          </a:xfrm>
          <a:prstGeom prst="roundRect">
            <a:avLst>
              <a:gd name="adj" fmla="val 12623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70659" y="2983409"/>
            <a:ext cx="245073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Quizizz/Wayground</a:t>
            </a:r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Rebranded 2025. 90% of US schools. Strong self-paced. No money integration.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011317" y="2897684"/>
            <a:ext cx="2675483" cy="402431"/>
          </a:xfrm>
          <a:prstGeom prst="roundRect">
            <a:avLst>
              <a:gd name="adj" fmla="val 12623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47792" y="2983409"/>
            <a:ext cx="245058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Kweeks</a:t>
            </a:r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First platform to merge live competitive quizzes with embedded finance. Winners get paid instantly.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Kweeks Wins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7975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unfair advantages no competitor can replicate quickly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28551"/>
            <a:ext cx="4038600" cy="1202382"/>
          </a:xfrm>
          <a:prstGeom prst="roundRect">
            <a:avLst>
              <a:gd name="adj" fmla="val 6337"/>
            </a:avLst>
          </a:prstGeom>
          <a:solidFill>
            <a:srgbClr val="F59E0B">
              <a:alpha val="6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165027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Money Stakes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9125" y="1346002"/>
            <a:ext cx="3789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compete for actual naira, not points. This fundamentally changes the energy in a room.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332434"/>
            <a:ext cx="4038600" cy="1202382"/>
          </a:xfrm>
          <a:prstGeom prst="roundRect">
            <a:avLst>
              <a:gd name="adj" fmla="val 6337"/>
            </a:avLst>
          </a:prstGeom>
          <a:solidFill>
            <a:srgbClr val="10B981">
              <a:alpha val="8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2468910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 Join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9125" y="2649885"/>
            <a:ext cx="3789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4-letter room code, emoji avatar, nickname + email. No app install. Ready in 15 seconds.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3636318"/>
            <a:ext cx="4038600" cy="1202382"/>
          </a:xfrm>
          <a:prstGeom prst="roundRect">
            <a:avLst>
              <a:gd name="adj" fmla="val 6337"/>
            </a:avLst>
          </a:prstGeom>
          <a:solidFill>
            <a:srgbClr val="10B981">
              <a:alpha val="8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3772793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Finance Loop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9125" y="3953768"/>
            <a:ext cx="3789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creation, KYC, NGN rail activation, fund transfers, prize settlement via BMONI.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8200" y="1028551"/>
            <a:ext cx="4038600" cy="1202382"/>
          </a:xfrm>
          <a:prstGeom prst="roundRect">
            <a:avLst>
              <a:gd name="adj" fmla="val 6337"/>
            </a:avLst>
          </a:prstGeom>
          <a:solidFill>
            <a:srgbClr val="10B981">
              <a:alpha val="8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0125" y="1165027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Server-Authoritative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0125" y="1346002"/>
            <a:ext cx="3789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answers never leave server. Clock-skew correction. Deterministic tie-breaking.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8200" y="2332434"/>
            <a:ext cx="4038600" cy="1202382"/>
          </a:xfrm>
          <a:prstGeom prst="roundRect">
            <a:avLst>
              <a:gd name="adj" fmla="val 6337"/>
            </a:avLst>
          </a:prstGeom>
          <a:solidFill>
            <a:srgbClr val="10B981">
              <a:alpha val="8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0125" y="2468910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Winner Payout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0125" y="2649885"/>
            <a:ext cx="3789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see claim code on screen. Tap "Redeem." BMONI transfer executes. Exactly-once guarantee.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8200" y="3636318"/>
            <a:ext cx="4038600" cy="1202382"/>
          </a:xfrm>
          <a:prstGeom prst="roundRect">
            <a:avLst>
              <a:gd name="adj" fmla="val 6337"/>
            </a:avLst>
          </a:prstGeom>
          <a:solidFill>
            <a:srgbClr val="F59E0B">
              <a:alpha val="6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3772793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Venue-Native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0125" y="3953768"/>
            <a:ext cx="3789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classrooms, office team buildings, pub quizzes. Projector + phones. Manual pacing.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BMONI Embedded Finance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7975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feature runs through BMONI's API. No workarounds, no mock wallets.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3250"/>
            <a:ext cx="1981200" cy="3227338"/>
          </a:xfrm>
          <a:prstGeom prst="roundRect">
            <a:avLst>
              <a:gd name="adj" fmla="val 512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022300"/>
            <a:ext cx="1981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50" y="1168301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Onboarding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4150" y="1361926"/>
            <a:ext cx="1727299" cy="7620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signs up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BMONI user created via API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wallet issued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provisioning (sandbox)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 rail activated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39901" y="1003250"/>
            <a:ext cx="1981349" cy="3227338"/>
          </a:xfrm>
          <a:prstGeom prst="roundRect">
            <a:avLst>
              <a:gd name="adj" fmla="val 512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39901" y="1022300"/>
            <a:ext cx="1981349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6851" y="1168301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Funding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66851" y="1361926"/>
            <a:ext cx="1727448" cy="7620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funded via BMONI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visible on dashboard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pool earmarked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ledger tracking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Kobo-level precision (int64)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22750" y="1003250"/>
            <a:ext cx="1981200" cy="3227338"/>
          </a:xfrm>
          <a:prstGeom prst="roundRect">
            <a:avLst>
              <a:gd name="adj" fmla="val 512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22750" y="1022300"/>
            <a:ext cx="19812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9701" y="1168301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Settlement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49701" y="1361926"/>
            <a:ext cx="1727299" cy="7620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claim created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state machine tracks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BMONI transfer executes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receives naira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recovery backup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05451" y="1003250"/>
            <a:ext cx="1981349" cy="3227338"/>
          </a:xfrm>
          <a:prstGeom prst="roundRect">
            <a:avLst>
              <a:gd name="adj" fmla="val 512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05451" y="1022300"/>
            <a:ext cx="1981349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2402" y="1168301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Security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32402" y="1361926"/>
            <a:ext cx="1727448" cy="7620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secp256k1 signing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 auth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Server-authoritative answers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Exactly-once guarantee</a:t>
            </a:r>
            <a:endParaRPr lang="en-US" sz="800" dirty="0"/>
          </a:p>
          <a:p>
            <a:pPr algn="l" marL="63500" indent="-635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332089"/>
            <a:ext cx="8229600" cy="506611"/>
          </a:xfrm>
          <a:prstGeom prst="roundRect">
            <a:avLst>
              <a:gd name="adj" fmla="val 15041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125" y="4443115"/>
            <a:ext cx="80638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flow: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Instructor funds wallet (BMONI) &gt; creates quiz with pool &gt; winners claim on screen &gt; BMONI transfer settles &gt; naira lands in winner's account. The entire loop is BMONI-powered.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3901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7076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36 hours. Production-grade architecture, not a prototype.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52351"/>
            <a:ext cx="4038600" cy="1571923"/>
          </a:xfrm>
          <a:prstGeom prst="roundRect">
            <a:avLst>
              <a:gd name="adj" fmla="val 484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088827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Go 1.26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9125" y="1282452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library HTTP router, pgx/v5 PostgreSQL, gorilla/websocket. Hexagonal architecture with pure domain logic.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625775"/>
            <a:ext cx="4038600" cy="1572071"/>
          </a:xfrm>
          <a:prstGeom prst="roundRect">
            <a:avLst>
              <a:gd name="adj" fmla="val 484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2762250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+ TypeScript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9125" y="2955875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5, React Router v6, Zustand, TanStack React Query, Tailwind CSS. 14 pages, zero UI library.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200" y="952351"/>
            <a:ext cx="4038600" cy="1014115"/>
          </a:xfrm>
          <a:prstGeom prst="roundRect">
            <a:avLst>
              <a:gd name="adj" fmla="val 7514"/>
            </a:avLst>
          </a:prstGeom>
          <a:solidFill>
            <a:srgbClr val="F59E0B">
              <a:alpha val="6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0125" y="1088827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BMONI Embedded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10125" y="1282452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creation, smart wallet provisioning, NGN payment rails, fund transfers, KYC. secp256k1 signing.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8200" y="2067967"/>
            <a:ext cx="4038600" cy="1014264"/>
          </a:xfrm>
          <a:prstGeom prst="roundRect">
            <a:avLst>
              <a:gd name="adj" fmla="val 751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0125" y="2204442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0125" y="2398068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Go binary serves API + SPA. PostgreSQL 16, Docker Compose. Embedded SQL migrations.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8200" y="3183731"/>
            <a:ext cx="4038600" cy="1014115"/>
          </a:xfrm>
          <a:prstGeom prst="roundRect">
            <a:avLst>
              <a:gd name="adj" fmla="val 751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0125" y="3320207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0125" y="3513832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hub, 500ms scheduler, clock-skew correction. Server-authoritative scoring.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299347"/>
            <a:ext cx="8229600" cy="590252"/>
          </a:xfrm>
          <a:prstGeom prst="roundRect">
            <a:avLst>
              <a:gd name="adj" fmla="val 12910"/>
            </a:avLst>
          </a:prstGeom>
          <a:solidFill>
            <a:srgbClr val="F59E0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37814" y="4400848"/>
            <a:ext cx="519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737814" y="4692848"/>
            <a:ext cx="5190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Pages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500311" y="4400848"/>
            <a:ext cx="544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00311" y="4692848"/>
            <a:ext cx="544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Packages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87515" y="4400848"/>
            <a:ext cx="5692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87515" y="4692848"/>
            <a:ext cx="569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Migrations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98831" y="4400848"/>
            <a:ext cx="639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98831" y="4692848"/>
            <a:ext cx="639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UI Libs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982016" y="4400848"/>
            <a:ext cx="423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82016" y="4692848"/>
            <a:ext cx="4232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7975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money room. 5-8 phones. Judges watch the projection. Full money loop.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3250"/>
            <a:ext cx="4831110" cy="882700"/>
          </a:xfrm>
          <a:prstGeom prst="roundRect">
            <a:avLst>
              <a:gd name="adj" fmla="val 863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047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7061" y="1104751"/>
            <a:ext cx="2589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5002" y="1104751"/>
            <a:ext cx="4057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Projector: Instructor Login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5002" y="1263402"/>
            <a:ext cx="405728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wallet balance, create quiz with N20,000 pool, 3 questions, 2 winners. Open room.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987451"/>
            <a:ext cx="4831110" cy="882848"/>
          </a:xfrm>
          <a:prstGeom prst="roundRect">
            <a:avLst>
              <a:gd name="adj" fmla="val 863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20889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061" y="2088952"/>
            <a:ext cx="2589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5002" y="2088952"/>
            <a:ext cx="4091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Phones: Players Join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5002" y="2247602"/>
            <a:ext cx="4091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and audience join via 4-letter code. Pick emoji avatar, enter nickname. Lobby fills.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4831110" cy="882700"/>
          </a:xfrm>
          <a:prstGeom prst="roundRect">
            <a:avLst>
              <a:gd name="adj" fmla="val 863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600" y="30733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7061" y="3073301"/>
            <a:ext cx="2589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5002" y="3073301"/>
            <a:ext cx="42458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Projector: Live Quiz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5002" y="3231952"/>
            <a:ext cx="42458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taps "Start." Questions appear. Answers scored server-side. Leaderboard updates.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956000"/>
            <a:ext cx="4831110" cy="882700"/>
          </a:xfrm>
          <a:prstGeom prst="roundRect">
            <a:avLst>
              <a:gd name="adj" fmla="val 863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600" y="40575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061" y="4057501"/>
            <a:ext cx="2589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65002" y="4057501"/>
            <a:ext cx="41167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Podium + Payout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5002" y="4216152"/>
            <a:ext cx="411679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declared. Claim codes on screens. Tap "Redeem." BMONI transfer executes live.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66011" y="1003250"/>
            <a:ext cx="3220789" cy="3085058"/>
          </a:xfrm>
          <a:prstGeom prst="roundRect">
            <a:avLst>
              <a:gd name="adj" fmla="val 2470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02486" y="1139726"/>
            <a:ext cx="3006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Setup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02486" y="1358801"/>
            <a:ext cx="2947839" cy="1036737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360"/>
              </a:lnSpc>
              <a:buSzPct val="100000"/>
              <a:buChar char="•"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WiFi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(all phones same network)</a:t>
            </a:r>
            <a:endParaRPr lang="en-US" sz="800" dirty="0"/>
          </a:p>
          <a:p>
            <a:pPr algn="l" marL="63500" indent="-63500">
              <a:lnSpc>
                <a:spcPts val="1360"/>
              </a:lnSpc>
              <a:buSzPct val="100000"/>
              <a:buChar char="•"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 phones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pre-loaded with join page</a:t>
            </a:r>
            <a:endParaRPr lang="en-US" sz="800" dirty="0"/>
          </a:p>
          <a:p>
            <a:pPr algn="l" marL="63500" indent="-63500">
              <a:lnSpc>
                <a:spcPts val="1360"/>
              </a:lnSpc>
              <a:buSzPct val="100000"/>
              <a:buChar char="•"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Pre-provisioned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BMONI persona</a:t>
            </a:r>
            <a:endParaRPr lang="en-US" sz="800" dirty="0"/>
          </a:p>
          <a:p>
            <a:pPr algn="l" marL="63500" indent="-63500">
              <a:lnSpc>
                <a:spcPts val="1360"/>
              </a:lnSpc>
              <a:buSzPct val="100000"/>
              <a:buChar char="•"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answers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guarantee podium</a:t>
            </a:r>
            <a:endParaRPr lang="en-US" sz="800" dirty="0"/>
          </a:p>
          <a:p>
            <a:pPr algn="l" marL="63500" indent="-63500">
              <a:lnSpc>
                <a:spcPts val="1360"/>
              </a:lnSpc>
              <a:buSzPct val="100000"/>
              <a:buChar char="•"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pacing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presenter control</a:t>
            </a:r>
            <a:endParaRPr lang="en-US" sz="800" dirty="0"/>
          </a:p>
          <a:p>
            <a:pPr algn="l" marL="63500" indent="-63500">
              <a:lnSpc>
                <a:spcPts val="1360"/>
              </a:lnSpc>
              <a:buSzPct val="100000"/>
              <a:buChar char="•"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N20,000 pool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BMONI sandbox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66011" y="4189809"/>
            <a:ext cx="3220789" cy="648891"/>
          </a:xfrm>
          <a:prstGeom prst="roundRect">
            <a:avLst>
              <a:gd name="adj" fmla="val 11743"/>
            </a:avLst>
          </a:prstGeom>
          <a:solidFill>
            <a:srgbClr val="10B981">
              <a:alpha val="8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77036" y="4300835"/>
            <a:ext cx="3058713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moment: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persona's claim completes to COMPLETED state live. Judges see real money move through BMONI's rails. Not a mock.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3901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7076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Post-hackathon roadmap: from sandbox demo to real payouts at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52351"/>
            <a:ext cx="4038600" cy="1529060"/>
          </a:xfrm>
          <a:prstGeom prst="roundRect">
            <a:avLst>
              <a:gd name="adj" fmla="val 498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088827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Real Payouts (Week 2)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9125" y="1282452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every winner claim to a real onboarded BMONI wallet. Winners complete KYC inside BMONI app. Platform delivers actual naira via API.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582912"/>
            <a:ext cx="4038600" cy="1529060"/>
          </a:xfrm>
          <a:prstGeom prst="roundRect">
            <a:avLst>
              <a:gd name="adj" fmla="val 498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2719388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Multi-Venue (Month 2)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9125" y="2913013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pricing for schools, event companies, corporate trainers. Monthly subscriptions for unlimited quizzes. Per-quiz pricing for one-offs.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200" y="952351"/>
            <a:ext cx="4038600" cy="1529060"/>
          </a:xfrm>
          <a:prstGeom prst="roundRect">
            <a:avLst>
              <a:gd name="adj" fmla="val 498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0125" y="1088827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Platform (Month 3+)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10125" y="1282452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quiz marketplace. Brand-sponsored prize pools. Tournament brackets. API for third-party quiz builders. Revenue share on sponsored pools.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8200" y="2582912"/>
            <a:ext cx="4038600" cy="1529060"/>
          </a:xfrm>
          <a:prstGeom prst="roundRect">
            <a:avLst>
              <a:gd name="adj" fmla="val 498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0125" y="2719388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Scale (Month 6+)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0125" y="2913013"/>
            <a:ext cx="37890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 (GHS, KES, USD). Mobile app for repeat hosts. White-label for corporate training. Gamified loyalty for players.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238923"/>
            <a:ext cx="8229600" cy="650677"/>
          </a:xfrm>
          <a:prstGeom prst="roundRect">
            <a:avLst>
              <a:gd name="adj" fmla="val 1171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2117" y="4365873"/>
            <a:ext cx="79797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Kweeks: Where quizzing meets real money.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2117" y="4629299"/>
            <a:ext cx="79797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BMONI Embedded APIs | Hackathon 2026 | Lagos, Nigeria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682526"/>
            <a:ext cx="93268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16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quiz. Put real money on it. Pay winners the second it ends.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225451"/>
            <a:ext cx="1834009" cy="558701"/>
          </a:xfrm>
          <a:prstGeom prst="roundRect">
            <a:avLst>
              <a:gd name="adj" fmla="val 18185"/>
            </a:avLst>
          </a:prstGeom>
          <a:solidFill>
            <a:srgbClr val="1F29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0639" y="1352401"/>
            <a:ext cx="13527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godbless on GitHub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0639" y="1504801"/>
            <a:ext cx="13527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osugodbless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38809" y="1225451"/>
            <a:ext cx="2069455" cy="558701"/>
          </a:xfrm>
          <a:prstGeom prst="roundRect">
            <a:avLst>
              <a:gd name="adj" fmla="val 18185"/>
            </a:avLst>
          </a:prstGeom>
          <a:solidFill>
            <a:srgbClr val="1F29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77093" y="1352401"/>
            <a:ext cx="1592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BMONI Embedded APIs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093" y="1504801"/>
            <a:ext cx="15928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embedded-dev.bmoni.com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13064" y="1225451"/>
            <a:ext cx="1105198" cy="558701"/>
          </a:xfrm>
          <a:prstGeom prst="roundRect">
            <a:avLst>
              <a:gd name="adj" fmla="val 18185"/>
            </a:avLst>
          </a:prstGeom>
          <a:solidFill>
            <a:srgbClr val="1F29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0991" y="1352401"/>
            <a:ext cx="609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60991" y="1504801"/>
            <a:ext cx="609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Hours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-91440" y="2114252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BMONI Embedded API Hackathon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-91440" y="2272903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 Place, Yaba, Lagos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Kweeks - The Live Money Quiz Platform</dc:title>
  <dc:subject>BMONI Embedded API Hackathon 2026</dc:subject>
  <dc:creator>Godbless</dc:creator>
  <cp:lastModifiedBy>Godbless</cp:lastModifiedBy>
  <cp:revision>1</cp:revision>
  <dcterms:created xsi:type="dcterms:W3CDTF">2026-09-04T09:41:49Z</dcterms:created>
  <dcterms:modified xsi:type="dcterms:W3CDTF">2026-09-04T09:41:49Z</dcterms:modified>
</cp:coreProperties>
</file>